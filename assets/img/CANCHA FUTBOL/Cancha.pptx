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D795BE-0094-FEDE-4173-B5948ACECF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F0117B-F05D-6BD3-5888-440DA9D99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93B67E-7A1E-0D9D-2844-E840BD8C0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B4E1-AA8D-4A0C-AFA1-DE2CFB32E99E}" type="datetimeFigureOut">
              <a:rPr lang="es-CO" smtClean="0"/>
              <a:t>21/08/2026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B91595-F443-CD20-3952-2D20F39C7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2FB4B5-39FF-9B04-E736-21D00E737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6C0D-D350-49AE-A6E4-1BE0A2E0597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7720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6D2066-D845-B5CE-A10F-572815E51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BFA60C-C4F3-7506-F5F8-9DF270478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BD3EB0-0908-1AD6-F6DB-AE2513D06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B4E1-AA8D-4A0C-AFA1-DE2CFB32E99E}" type="datetimeFigureOut">
              <a:rPr lang="es-CO" smtClean="0"/>
              <a:t>21/08/2026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34C380-D1AC-9C1E-9058-09E9CEC4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F0A4E0-5978-96C9-1DEF-B239F3F25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6C0D-D350-49AE-A6E4-1BE0A2E0597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7984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E51D93-10B4-F108-AC6E-CD924A59A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8C432E-C11F-CB2B-A35B-DDF08A758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6E9E13-67BC-BBD4-2D29-6EFCF1E34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B4E1-AA8D-4A0C-AFA1-DE2CFB32E99E}" type="datetimeFigureOut">
              <a:rPr lang="es-CO" smtClean="0"/>
              <a:t>21/08/2026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3D49F2-2AE2-6732-4028-1894F4CF4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B3B21B-43E1-78E9-78B6-F0930BF8E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6C0D-D350-49AE-A6E4-1BE0A2E0597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251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66B2FA-A7F5-ED30-745C-09C61ED0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949F06-C45F-7EEF-4C4E-8A3593B849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D69311B-FFBC-C61E-2F10-9080B2A9D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73AA1C-F6C3-1773-C050-DA9CE456D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B4E1-AA8D-4A0C-AFA1-DE2CFB32E99E}" type="datetimeFigureOut">
              <a:rPr lang="es-CO" smtClean="0"/>
              <a:t>21/08/2026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D024BF-0E2A-04AD-306B-43A8C3DE0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DEA4B8-6ED0-B108-B9F8-780B8EE67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6C0D-D350-49AE-A6E4-1BE0A2E0597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4231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C222DD-51B5-8FC2-1A38-D0C3AB4E2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8F07A5-51F9-709C-6DBB-D75BE4020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95964C9-C727-A2F0-C4C4-4393AB495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9A273F2-01BB-270F-E3C2-8A31556EEB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144DB67-7FFC-D238-03AF-F85BDA799C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1298F90-B64D-AE44-9835-0150B916F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B4E1-AA8D-4A0C-AFA1-DE2CFB32E99E}" type="datetimeFigureOut">
              <a:rPr lang="es-CO" smtClean="0"/>
              <a:t>21/08/2026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BE24EDD-D31F-EA6C-958F-A868D10E1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96AD1B-76FB-4BCC-58A9-CA0D31766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6C0D-D350-49AE-A6E4-1BE0A2E0597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20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BDBDC7-39CA-5CF4-9629-1573A54FA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5963E61-AB5E-734F-F44F-E302E1629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B4E1-AA8D-4A0C-AFA1-DE2CFB32E99E}" type="datetimeFigureOut">
              <a:rPr lang="es-CO" smtClean="0"/>
              <a:t>21/08/2026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61AE96-BE5C-DE02-11EF-2FB596682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E1940A4-B61B-88D3-16CA-05308425E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6C0D-D350-49AE-A6E4-1BE0A2E0597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8288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B08DC76-21F5-A9D2-8318-6EE16641E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B4E1-AA8D-4A0C-AFA1-DE2CFB32E99E}" type="datetimeFigureOut">
              <a:rPr lang="es-CO" smtClean="0"/>
              <a:t>21/08/2026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6E864A9-2A05-5D2B-6E9F-6581385B7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A43E7A-D241-CB75-3DC1-1E7DFC2B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6C0D-D350-49AE-A6E4-1BE0A2E0597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9657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AE604F-FCA9-3A97-B632-9ACDE3533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E256B5-266F-0465-CBC0-424A00ED7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B420108-0F1D-B8F5-763B-9ABAEBA7A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D8D3BDA-4C8C-9471-71DD-91998EC27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B4E1-AA8D-4A0C-AFA1-DE2CFB32E99E}" type="datetimeFigureOut">
              <a:rPr lang="es-CO" smtClean="0"/>
              <a:t>21/08/2026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313F0C-698B-89E3-82B9-65D54D67C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E280567-5B1B-AC7F-52CF-6BEDDA0AF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6C0D-D350-49AE-A6E4-1BE0A2E0597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7401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540A1-7727-EC41-F54E-A45ECCD5A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E8506F7-C058-D282-180F-60D616F6F7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3D6350-121C-DC4D-257C-1771F1F11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FCC00D-8CC2-1D90-787F-1FCE8E675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B4E1-AA8D-4A0C-AFA1-DE2CFB32E99E}" type="datetimeFigureOut">
              <a:rPr lang="es-CO" smtClean="0"/>
              <a:t>21/08/2026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36BE10-8AF0-A19A-4DC1-0855A46D6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C56288-7DA3-2565-B91C-53C1187FE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6C0D-D350-49AE-A6E4-1BE0A2E0597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3772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D12CC-6842-E8F7-4F5D-D116C01AE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ECFCFE0-C833-A635-8ABD-3DF13CD93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9FB2E4-2892-46DD-44F8-92D9F9F4B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B4E1-AA8D-4A0C-AFA1-DE2CFB32E99E}" type="datetimeFigureOut">
              <a:rPr lang="es-CO" smtClean="0"/>
              <a:t>21/08/2026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49E9ED-91B6-FBA5-4A86-FD5447DBC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BC7E90-9597-7A2F-07FF-D2DBE9752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6C0D-D350-49AE-A6E4-1BE0A2E0597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4325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363D0F-F243-02F1-597F-333D38D3D3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45C45D3-54B7-FAE9-EBF8-62D6AA4640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B9B469-7144-C99F-A204-1CC99D9F3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B4E1-AA8D-4A0C-AFA1-DE2CFB32E99E}" type="datetimeFigureOut">
              <a:rPr lang="es-CO" smtClean="0"/>
              <a:t>21/08/2026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8A5585-AECE-CD7D-663C-850F046C0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76F513-61C5-874F-8919-C94A62A25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6C0D-D350-49AE-A6E4-1BE0A2E0597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2916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ABB7280-0942-9D37-5058-FB9DAE492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77BAA5-80C5-B14A-7457-6A16BE84C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0ADCC0-C310-9D7D-0473-7D18F35383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5B4E1-AA8D-4A0C-AFA1-DE2CFB32E99E}" type="datetimeFigureOut">
              <a:rPr lang="es-CO" smtClean="0"/>
              <a:t>21/08/2026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F088E5-C3BD-BD65-0A5B-FD266EF4EE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E2A408-CA09-C829-5719-1A5D4A2D4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86C0D-D350-49AE-A6E4-1BE0A2E0597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8547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0FC4ACA3-6B85-7C62-9E8E-E5A7A438B5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B41AE08-C763-D122-2C26-EAE1E28A30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57" t="26756" r="8184" b="23335"/>
          <a:stretch>
            <a:fillRect/>
          </a:stretch>
        </p:blipFill>
        <p:spPr>
          <a:xfrm>
            <a:off x="23859" y="1135490"/>
            <a:ext cx="12168141" cy="460014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A0527AE-1E24-6093-5078-7966F1485603}"/>
              </a:ext>
            </a:extLst>
          </p:cNvPr>
          <p:cNvSpPr/>
          <p:nvPr/>
        </p:nvSpPr>
        <p:spPr>
          <a:xfrm>
            <a:off x="23859" y="952501"/>
            <a:ext cx="3634567" cy="20193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00DE2B2-D631-02F6-3A36-79793C39AE5C}"/>
              </a:ext>
            </a:extLst>
          </p:cNvPr>
          <p:cNvSpPr/>
          <p:nvPr/>
        </p:nvSpPr>
        <p:spPr>
          <a:xfrm>
            <a:off x="23860" y="2984928"/>
            <a:ext cx="3634566" cy="20193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9E60BB0-F1CF-EAB5-37C1-DB30F8E5A728}"/>
              </a:ext>
            </a:extLst>
          </p:cNvPr>
          <p:cNvSpPr/>
          <p:nvPr/>
        </p:nvSpPr>
        <p:spPr>
          <a:xfrm>
            <a:off x="3658426" y="939374"/>
            <a:ext cx="4494148" cy="20324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AA700D6-6A0B-F2D5-1D3E-92E8F3B02363}"/>
              </a:ext>
            </a:extLst>
          </p:cNvPr>
          <p:cNvSpPr/>
          <p:nvPr/>
        </p:nvSpPr>
        <p:spPr>
          <a:xfrm>
            <a:off x="3658426" y="2971801"/>
            <a:ext cx="4494149" cy="20324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965867F-6C51-5721-B5CA-7965D536FB65}"/>
              </a:ext>
            </a:extLst>
          </p:cNvPr>
          <p:cNvSpPr/>
          <p:nvPr/>
        </p:nvSpPr>
        <p:spPr>
          <a:xfrm>
            <a:off x="8152575" y="952501"/>
            <a:ext cx="3634567" cy="20193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25F65FD-10B4-2A3F-63D9-BC83679090A5}"/>
              </a:ext>
            </a:extLst>
          </p:cNvPr>
          <p:cNvSpPr/>
          <p:nvPr/>
        </p:nvSpPr>
        <p:spPr>
          <a:xfrm>
            <a:off x="8152575" y="2984928"/>
            <a:ext cx="3634567" cy="20193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4EA0BCA-1350-A9AE-1F6E-FFC1C83C2DE0}"/>
              </a:ext>
            </a:extLst>
          </p:cNvPr>
          <p:cNvSpPr/>
          <p:nvPr/>
        </p:nvSpPr>
        <p:spPr>
          <a:xfrm>
            <a:off x="2221729" y="939374"/>
            <a:ext cx="4395741" cy="20193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Flecha: hacia abajo 15">
            <a:extLst>
              <a:ext uri="{FF2B5EF4-FFF2-40B4-BE49-F238E27FC236}">
                <a16:creationId xmlns:a16="http://schemas.microsoft.com/office/drawing/2014/main" id="{4B1540C7-558D-BD7B-A5F4-24F09AD8DED5}"/>
              </a:ext>
            </a:extLst>
          </p:cNvPr>
          <p:cNvSpPr/>
          <p:nvPr/>
        </p:nvSpPr>
        <p:spPr>
          <a:xfrm>
            <a:off x="3969521" y="3124201"/>
            <a:ext cx="762000" cy="7608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hacia abajo 16">
            <a:extLst>
              <a:ext uri="{FF2B5EF4-FFF2-40B4-BE49-F238E27FC236}">
                <a16:creationId xmlns:a16="http://schemas.microsoft.com/office/drawing/2014/main" id="{E4F88903-62AE-B1ED-AF30-689EA7FEE7B2}"/>
              </a:ext>
            </a:extLst>
          </p:cNvPr>
          <p:cNvSpPr/>
          <p:nvPr/>
        </p:nvSpPr>
        <p:spPr>
          <a:xfrm rot="16200000">
            <a:off x="6932955" y="1554743"/>
            <a:ext cx="762000" cy="7608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hacia abajo 17">
            <a:extLst>
              <a:ext uri="{FF2B5EF4-FFF2-40B4-BE49-F238E27FC236}">
                <a16:creationId xmlns:a16="http://schemas.microsoft.com/office/drawing/2014/main" id="{F2BFBB1A-F9C8-04A3-E5FD-374B95455878}"/>
              </a:ext>
            </a:extLst>
          </p:cNvPr>
          <p:cNvSpPr/>
          <p:nvPr/>
        </p:nvSpPr>
        <p:spPr>
          <a:xfrm rot="5400000">
            <a:off x="921857" y="1554743"/>
            <a:ext cx="762000" cy="7608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DC9E3E5-0295-F91D-1B2F-C353906E5471}"/>
              </a:ext>
            </a:extLst>
          </p:cNvPr>
          <p:cNvSpPr txBox="1"/>
          <p:nvPr/>
        </p:nvSpPr>
        <p:spPr>
          <a:xfrm>
            <a:off x="3618587" y="1611997"/>
            <a:ext cx="1942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/>
              <a:t>RECUADRO DE NAVEGACION</a:t>
            </a:r>
            <a:endParaRPr lang="es-CO" sz="2000" b="1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858452A-9DC5-2EF9-2EC5-C07F2E0EFDCF}"/>
              </a:ext>
            </a:extLst>
          </p:cNvPr>
          <p:cNvSpPr txBox="1"/>
          <p:nvPr/>
        </p:nvSpPr>
        <p:spPr>
          <a:xfrm>
            <a:off x="126475" y="2448581"/>
            <a:ext cx="2985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1</a:t>
            </a:r>
            <a:endParaRPr lang="es-CO" sz="2800" b="1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EEB0323-C167-894D-47DE-496A118312D7}"/>
              </a:ext>
            </a:extLst>
          </p:cNvPr>
          <p:cNvSpPr txBox="1"/>
          <p:nvPr/>
        </p:nvSpPr>
        <p:spPr>
          <a:xfrm>
            <a:off x="6883499" y="2472165"/>
            <a:ext cx="293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2</a:t>
            </a:r>
            <a:endParaRPr lang="es-CO" sz="2800" b="1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D335392-A5E7-0E2C-1654-8ABCE4419336}"/>
              </a:ext>
            </a:extLst>
          </p:cNvPr>
          <p:cNvSpPr txBox="1"/>
          <p:nvPr/>
        </p:nvSpPr>
        <p:spPr>
          <a:xfrm>
            <a:off x="11220692" y="2453090"/>
            <a:ext cx="293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3</a:t>
            </a:r>
            <a:endParaRPr lang="es-CO" sz="2800" b="1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0883418-869E-D4EB-8FD4-21673FB108D5}"/>
              </a:ext>
            </a:extLst>
          </p:cNvPr>
          <p:cNvSpPr txBox="1"/>
          <p:nvPr/>
        </p:nvSpPr>
        <p:spPr>
          <a:xfrm>
            <a:off x="29740" y="4466042"/>
            <a:ext cx="2985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4</a:t>
            </a:r>
            <a:endParaRPr lang="es-CO" sz="2800" b="1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6538A6B-86CF-E7FB-9D8F-A0A1EC06D54F}"/>
              </a:ext>
            </a:extLst>
          </p:cNvPr>
          <p:cNvSpPr txBox="1"/>
          <p:nvPr/>
        </p:nvSpPr>
        <p:spPr>
          <a:xfrm>
            <a:off x="6786764" y="4489626"/>
            <a:ext cx="293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5</a:t>
            </a:r>
            <a:endParaRPr lang="es-CO" sz="2800" b="1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12CF37F-A0E3-689D-F22A-56BC5D14B3E5}"/>
              </a:ext>
            </a:extLst>
          </p:cNvPr>
          <p:cNvSpPr txBox="1"/>
          <p:nvPr/>
        </p:nvSpPr>
        <p:spPr>
          <a:xfrm>
            <a:off x="11123957" y="4470551"/>
            <a:ext cx="293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6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1001252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18615-156B-5468-4CD7-783E66286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83D7DEAA-98DC-FED1-0136-BE6F07AD31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3B20FD3F-2E54-2A31-8302-2ED5036E8779}"/>
              </a:ext>
            </a:extLst>
          </p:cNvPr>
          <p:cNvSpPr/>
          <p:nvPr/>
        </p:nvSpPr>
        <p:spPr>
          <a:xfrm>
            <a:off x="5456903" y="3008671"/>
            <a:ext cx="693174" cy="486697"/>
          </a:xfrm>
          <a:custGeom>
            <a:avLst/>
            <a:gdLst>
              <a:gd name="csX0" fmla="*/ 0 w 693174"/>
              <a:gd name="csY0" fmla="*/ 486697 h 486697"/>
              <a:gd name="csX1" fmla="*/ 693174 w 693174"/>
              <a:gd name="csY1" fmla="*/ 457200 h 486697"/>
              <a:gd name="csX2" fmla="*/ 648929 w 693174"/>
              <a:gd name="csY2" fmla="*/ 44245 h 486697"/>
              <a:gd name="csX3" fmla="*/ 58994 w 693174"/>
              <a:gd name="csY3" fmla="*/ 0 h 486697"/>
              <a:gd name="csX4" fmla="*/ 0 w 693174"/>
              <a:gd name="csY4" fmla="*/ 486697 h 4866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93174" h="486697">
                <a:moveTo>
                  <a:pt x="0" y="486697"/>
                </a:moveTo>
                <a:lnTo>
                  <a:pt x="693174" y="457200"/>
                </a:lnTo>
                <a:lnTo>
                  <a:pt x="648929" y="44245"/>
                </a:lnTo>
                <a:lnTo>
                  <a:pt x="58994" y="0"/>
                </a:lnTo>
                <a:lnTo>
                  <a:pt x="0" y="48669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DD35F3AF-0E4E-B03B-54E0-C4CC71DD88A7}"/>
              </a:ext>
            </a:extLst>
          </p:cNvPr>
          <p:cNvSpPr/>
          <p:nvPr/>
        </p:nvSpPr>
        <p:spPr>
          <a:xfrm>
            <a:off x="5565057" y="3649360"/>
            <a:ext cx="476865" cy="486697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Flecha: hacia abajo 11">
            <a:extLst>
              <a:ext uri="{FF2B5EF4-FFF2-40B4-BE49-F238E27FC236}">
                <a16:creationId xmlns:a16="http://schemas.microsoft.com/office/drawing/2014/main" id="{B8EB2F96-E7CC-F6D2-41D6-D9559DE4C867}"/>
              </a:ext>
            </a:extLst>
          </p:cNvPr>
          <p:cNvSpPr/>
          <p:nvPr/>
        </p:nvSpPr>
        <p:spPr>
          <a:xfrm rot="10800000">
            <a:off x="5619135" y="1662859"/>
            <a:ext cx="476865" cy="486697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3" name="Flecha: hacia abajo 12">
            <a:extLst>
              <a:ext uri="{FF2B5EF4-FFF2-40B4-BE49-F238E27FC236}">
                <a16:creationId xmlns:a16="http://schemas.microsoft.com/office/drawing/2014/main" id="{692525AC-8DF9-43EB-D85B-D99D93171EB1}"/>
              </a:ext>
            </a:extLst>
          </p:cNvPr>
          <p:cNvSpPr/>
          <p:nvPr/>
        </p:nvSpPr>
        <p:spPr>
          <a:xfrm rot="5400000">
            <a:off x="4783394" y="3008670"/>
            <a:ext cx="476865" cy="486697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Flecha: hacia abajo 13">
            <a:extLst>
              <a:ext uri="{FF2B5EF4-FFF2-40B4-BE49-F238E27FC236}">
                <a16:creationId xmlns:a16="http://schemas.microsoft.com/office/drawing/2014/main" id="{057B419B-839A-7F78-A0EE-FA8D39AD5C9F}"/>
              </a:ext>
            </a:extLst>
          </p:cNvPr>
          <p:cNvSpPr/>
          <p:nvPr/>
        </p:nvSpPr>
        <p:spPr>
          <a:xfrm rot="16200000">
            <a:off x="6346721" y="3028335"/>
            <a:ext cx="476865" cy="486697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D11A0B0B-13D5-32EE-A782-D70445354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499" y="2092802"/>
            <a:ext cx="1321979" cy="141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394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9</Words>
  <Application>Microsoft Office PowerPoint</Application>
  <PresentationFormat>Panorámica</PresentationFormat>
  <Paragraphs>7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ARTURO CASTRO PACHECO</dc:creator>
  <cp:lastModifiedBy>MIGUEL ARTURO CASTRO PACHECO</cp:lastModifiedBy>
  <cp:revision>2</cp:revision>
  <dcterms:created xsi:type="dcterms:W3CDTF">2026-08-20T18:54:30Z</dcterms:created>
  <dcterms:modified xsi:type="dcterms:W3CDTF">2026-08-22T06:14:41Z</dcterms:modified>
</cp:coreProperties>
</file>