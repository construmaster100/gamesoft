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61" r:id="rId4"/>
    <p:sldId id="264" r:id="rId5"/>
    <p:sldId id="265" r:id="rId6"/>
  </p:sldIdLst>
  <p:sldSz cx="2519997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066"/>
    <a:srgbClr val="F1F1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33" d="100"/>
          <a:sy n="33" d="100"/>
        </p:scale>
        <p:origin x="858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9997" y="1122363"/>
            <a:ext cx="1889998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3602038"/>
            <a:ext cx="1889998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45B5-DA35-4879-9E53-38408D861592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D37B9-A1CE-4FFF-AFF1-66E509093F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428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45B5-DA35-4879-9E53-38408D861592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D37B9-A1CE-4FFF-AFF1-66E509093F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9256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4" y="1709739"/>
            <a:ext cx="2173497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4" y="4589464"/>
            <a:ext cx="2173497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45B5-DA35-4879-9E53-38408D861592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D37B9-A1CE-4FFF-AFF1-66E509093F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8634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1825625"/>
            <a:ext cx="10709989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1825625"/>
            <a:ext cx="10709989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45B5-DA35-4879-9E53-38408D861592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D37B9-A1CE-4FFF-AFF1-66E509093F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497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365126"/>
            <a:ext cx="21734978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1" y="1681163"/>
            <a:ext cx="106607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1" y="2505075"/>
            <a:ext cx="1066077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7" y="1681163"/>
            <a:ext cx="107132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7" y="2505075"/>
            <a:ext cx="1071327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45B5-DA35-4879-9E53-38408D861592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D37B9-A1CE-4FFF-AFF1-66E509093F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6279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45B5-DA35-4879-9E53-38408D861592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D37B9-A1CE-4FFF-AFF1-66E509093F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52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45B5-DA35-4879-9E53-38408D861592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D37B9-A1CE-4FFF-AFF1-66E509093F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0757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2" y="457200"/>
            <a:ext cx="812764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987426"/>
            <a:ext cx="1275748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2" y="2057400"/>
            <a:ext cx="812764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45B5-DA35-4879-9E53-38408D861592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D37B9-A1CE-4FFF-AFF1-66E509093F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666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2" y="457200"/>
            <a:ext cx="812764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987426"/>
            <a:ext cx="12757487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2" y="2057400"/>
            <a:ext cx="812764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45B5-DA35-4879-9E53-38408D861592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D37B9-A1CE-4FFF-AFF1-66E509093F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046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45B5-DA35-4879-9E53-38408D861592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D37B9-A1CE-4FFF-AFF1-66E509093F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313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2" y="365125"/>
            <a:ext cx="543374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98" y="365125"/>
            <a:ext cx="15986234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45B5-DA35-4879-9E53-38408D861592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D37B9-A1CE-4FFF-AFF1-66E509093F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925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365126"/>
            <a:ext cx="2173497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1825625"/>
            <a:ext cx="217349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6356351"/>
            <a:ext cx="56699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EB45B5-DA35-4879-9E53-38408D861592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6356351"/>
            <a:ext cx="8504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6356351"/>
            <a:ext cx="56699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0D37B9-A1CE-4FFF-AFF1-66E509093F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855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8CF2AB55-2349-A511-687B-15931E2FB372}"/>
              </a:ext>
            </a:extLst>
          </p:cNvPr>
          <p:cNvSpPr/>
          <p:nvPr/>
        </p:nvSpPr>
        <p:spPr>
          <a:xfrm>
            <a:off x="0" y="4277033"/>
            <a:ext cx="25199975" cy="25809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967CDA89-E521-0788-FF88-3B488D4332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259" r="21764"/>
          <a:stretch>
            <a:fillRect/>
          </a:stretch>
        </p:blipFill>
        <p:spPr>
          <a:xfrm>
            <a:off x="6687423" y="1454940"/>
            <a:ext cx="3752850" cy="398681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9E6D4D1-7545-8B3A-325F-DFBD02CE9D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92" r="23123"/>
          <a:stretch>
            <a:fillRect/>
          </a:stretch>
        </p:blipFill>
        <p:spPr>
          <a:xfrm>
            <a:off x="9374411" y="870829"/>
            <a:ext cx="5385292" cy="538474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73DB13A-290C-D689-6975-52BE05027F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003" r="14078"/>
          <a:stretch>
            <a:fillRect/>
          </a:stretch>
        </p:blipFill>
        <p:spPr>
          <a:xfrm>
            <a:off x="14511499" y="1435594"/>
            <a:ext cx="3967001" cy="425521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75F793D-1297-11BE-2895-728F88E131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445" r="18233"/>
          <a:stretch>
            <a:fillRect/>
          </a:stretch>
        </p:blipFill>
        <p:spPr>
          <a:xfrm>
            <a:off x="2134750" y="1435594"/>
            <a:ext cx="4393485" cy="390484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2E1B69-94C7-20BA-2E41-3D1C7F64FD0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240" r="15840"/>
          <a:stretch>
            <a:fillRect/>
          </a:stretch>
        </p:blipFill>
        <p:spPr>
          <a:xfrm>
            <a:off x="18637688" y="1435593"/>
            <a:ext cx="3967001" cy="4255213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48C1E773-6B54-6E5E-BDFA-B573BF07DCEE}"/>
              </a:ext>
            </a:extLst>
          </p:cNvPr>
          <p:cNvSpPr/>
          <p:nvPr/>
        </p:nvSpPr>
        <p:spPr>
          <a:xfrm>
            <a:off x="13286448" y="5340442"/>
            <a:ext cx="2616197" cy="1200329"/>
          </a:xfrm>
          <a:prstGeom prst="rect">
            <a:avLst/>
          </a:prstGeom>
          <a:noFill/>
          <a:scene3d>
            <a:camera prst="perspectiveBelow"/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PINK</a:t>
            </a:r>
          </a:p>
        </p:txBody>
      </p:sp>
    </p:spTree>
    <p:extLst>
      <p:ext uri="{BB962C8B-B14F-4D97-AF65-F5344CB8AC3E}">
        <p14:creationId xmlns:p14="http://schemas.microsoft.com/office/powerpoint/2010/main" val="1334450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4DF19-EF63-C3E5-6FDF-8A2965615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48BD08C1-C557-423A-C46C-B41404C00C00}"/>
              </a:ext>
            </a:extLst>
          </p:cNvPr>
          <p:cNvSpPr/>
          <p:nvPr/>
        </p:nvSpPr>
        <p:spPr>
          <a:xfrm>
            <a:off x="0" y="4277033"/>
            <a:ext cx="25199975" cy="25809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16766B-403B-937E-5EB5-86361491B1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92" r="23123"/>
          <a:stretch>
            <a:fillRect/>
          </a:stretch>
        </p:blipFill>
        <p:spPr>
          <a:xfrm>
            <a:off x="6409983" y="1416248"/>
            <a:ext cx="4025917" cy="402550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8F8DF5F-E7A0-6B45-C598-AB701A81E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03" r="14078"/>
          <a:stretch>
            <a:fillRect/>
          </a:stretch>
        </p:blipFill>
        <p:spPr>
          <a:xfrm>
            <a:off x="9406178" y="440010"/>
            <a:ext cx="5755163" cy="617328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56C3E1B-7EFF-A1CD-876C-B3D2E10F58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40" r="15840"/>
          <a:stretch>
            <a:fillRect/>
          </a:stretch>
        </p:blipFill>
        <p:spPr>
          <a:xfrm>
            <a:off x="14457444" y="1435594"/>
            <a:ext cx="3967001" cy="425521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178799B-225B-D6EB-AABD-772EAF7FA7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445" r="18233"/>
          <a:stretch>
            <a:fillRect/>
          </a:stretch>
        </p:blipFill>
        <p:spPr>
          <a:xfrm>
            <a:off x="18424445" y="1517558"/>
            <a:ext cx="4393485" cy="3904848"/>
          </a:xfrm>
          <a:prstGeom prst="rect">
            <a:avLst/>
          </a:prstGeom>
        </p:spPr>
      </p:pic>
      <p:pic>
        <p:nvPicPr>
          <p:cNvPr id="4" name="Marcador de contenido 5">
            <a:extLst>
              <a:ext uri="{FF2B5EF4-FFF2-40B4-BE49-F238E27FC236}">
                <a16:creationId xmlns:a16="http://schemas.microsoft.com/office/drawing/2014/main" id="{ECFC53E1-B46E-2E70-E0A5-56A4DBB3D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rcRect l="25259" r="21764"/>
          <a:stretch>
            <a:fillRect/>
          </a:stretch>
        </p:blipFill>
        <p:spPr>
          <a:xfrm>
            <a:off x="2591562" y="1429684"/>
            <a:ext cx="3758413" cy="3992722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87720694-00D5-01F2-1C7F-4B1CCFDA318C}"/>
              </a:ext>
            </a:extLst>
          </p:cNvPr>
          <p:cNvSpPr/>
          <p:nvPr/>
        </p:nvSpPr>
        <p:spPr>
          <a:xfrm>
            <a:off x="12598604" y="5274052"/>
            <a:ext cx="3967001" cy="1200329"/>
          </a:xfrm>
          <a:prstGeom prst="rect">
            <a:avLst/>
          </a:prstGeom>
          <a:noFill/>
          <a:scene3d>
            <a:camera prst="perspectiveBelow"/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7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GREEN</a:t>
            </a:r>
          </a:p>
        </p:txBody>
      </p:sp>
    </p:spTree>
    <p:extLst>
      <p:ext uri="{BB962C8B-B14F-4D97-AF65-F5344CB8AC3E}">
        <p14:creationId xmlns:p14="http://schemas.microsoft.com/office/powerpoint/2010/main" val="1226333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9AAFB-B251-30D8-17E7-4BFE6C155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BD3CECE4-9797-CE04-51F0-729AACADEA5C}"/>
              </a:ext>
            </a:extLst>
          </p:cNvPr>
          <p:cNvSpPr/>
          <p:nvPr/>
        </p:nvSpPr>
        <p:spPr>
          <a:xfrm>
            <a:off x="0" y="4277033"/>
            <a:ext cx="25199975" cy="25809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3F946F-3209-F26E-C40E-3A9FEF2F16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92" r="23123"/>
          <a:stretch>
            <a:fillRect/>
          </a:stretch>
        </p:blipFill>
        <p:spPr>
          <a:xfrm>
            <a:off x="2242056" y="1506985"/>
            <a:ext cx="4079502" cy="407908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22BB22F-A252-3088-BEBF-4684FBF3CF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03" r="14078"/>
          <a:stretch>
            <a:fillRect/>
          </a:stretch>
        </p:blipFill>
        <p:spPr>
          <a:xfrm>
            <a:off x="6419625" y="1268135"/>
            <a:ext cx="4211091" cy="451703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07D6404-EC20-66F1-5EB0-70F05733B8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40" r="15840"/>
          <a:stretch>
            <a:fillRect/>
          </a:stretch>
        </p:blipFill>
        <p:spPr>
          <a:xfrm>
            <a:off x="9269037" y="440009"/>
            <a:ext cx="5755164" cy="617329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0ABE475-BBE0-D5A1-FDDC-52601F53F7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445" r="18233"/>
          <a:stretch>
            <a:fillRect/>
          </a:stretch>
        </p:blipFill>
        <p:spPr>
          <a:xfrm>
            <a:off x="14260380" y="1473621"/>
            <a:ext cx="4393485" cy="3904848"/>
          </a:xfrm>
          <a:prstGeom prst="rect">
            <a:avLst/>
          </a:prstGeom>
        </p:spPr>
      </p:pic>
      <p:pic>
        <p:nvPicPr>
          <p:cNvPr id="2" name="Marcador de contenido 5">
            <a:extLst>
              <a:ext uri="{FF2B5EF4-FFF2-40B4-BE49-F238E27FC236}">
                <a16:creationId xmlns:a16="http://schemas.microsoft.com/office/drawing/2014/main" id="{56FB4377-3767-1019-E3D6-5067FB63FA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259" r="21764"/>
          <a:stretch>
            <a:fillRect/>
          </a:stretch>
        </p:blipFill>
        <p:spPr>
          <a:xfrm>
            <a:off x="18850000" y="1429684"/>
            <a:ext cx="3758413" cy="399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85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B5BAF-F80B-E88F-B85A-9A1F8895D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456B021-AE7B-268E-C8FE-05269CACBA8D}"/>
              </a:ext>
            </a:extLst>
          </p:cNvPr>
          <p:cNvSpPr/>
          <p:nvPr/>
        </p:nvSpPr>
        <p:spPr>
          <a:xfrm>
            <a:off x="0" y="4277033"/>
            <a:ext cx="25199975" cy="25809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9DE6B74-F287-5784-7EB6-530D51DDD1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03" r="14078"/>
          <a:stretch>
            <a:fillRect/>
          </a:stretch>
        </p:blipFill>
        <p:spPr>
          <a:xfrm>
            <a:off x="2380440" y="1392045"/>
            <a:ext cx="4211091" cy="451703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393D08A-0459-FBB3-59DC-8699365EBB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40" r="15840"/>
          <a:stretch>
            <a:fillRect/>
          </a:stretch>
        </p:blipFill>
        <p:spPr>
          <a:xfrm>
            <a:off x="6286001" y="1221330"/>
            <a:ext cx="4211091" cy="45170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2E7B8D7-6BAE-A7BD-7E71-E484FEF586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45" r="18233"/>
          <a:stretch>
            <a:fillRect/>
          </a:stretch>
        </p:blipFill>
        <p:spPr>
          <a:xfrm>
            <a:off x="8971970" y="536390"/>
            <a:ext cx="6425345" cy="5710728"/>
          </a:xfrm>
          <a:prstGeom prst="rect">
            <a:avLst/>
          </a:prstGeom>
        </p:spPr>
      </p:pic>
      <p:pic>
        <p:nvPicPr>
          <p:cNvPr id="2" name="Marcador de contenido 5">
            <a:extLst>
              <a:ext uri="{FF2B5EF4-FFF2-40B4-BE49-F238E27FC236}">
                <a16:creationId xmlns:a16="http://schemas.microsoft.com/office/drawing/2014/main" id="{0C6FABBF-4CDA-3EC5-F285-A0A117B9D6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259" r="21764"/>
          <a:stretch>
            <a:fillRect/>
          </a:stretch>
        </p:blipFill>
        <p:spPr>
          <a:xfrm>
            <a:off x="14677837" y="1379969"/>
            <a:ext cx="3851074" cy="409116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38DC662-8612-8F87-9DD0-F0AA4EB009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592" r="23123"/>
          <a:stretch>
            <a:fillRect/>
          </a:stretch>
        </p:blipFill>
        <p:spPr>
          <a:xfrm>
            <a:off x="18528911" y="1392045"/>
            <a:ext cx="4079502" cy="407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87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D6F85-0A37-40BE-6935-CD5FC6B02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513EC23-4A98-6DB4-96DC-F21A23F11BDE}"/>
              </a:ext>
            </a:extLst>
          </p:cNvPr>
          <p:cNvSpPr/>
          <p:nvPr/>
        </p:nvSpPr>
        <p:spPr>
          <a:xfrm>
            <a:off x="0" y="4277033"/>
            <a:ext cx="25199975" cy="25809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9E4E84C-F71A-AA34-465A-542067F210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40" r="15840"/>
          <a:stretch>
            <a:fillRect/>
          </a:stretch>
        </p:blipFill>
        <p:spPr>
          <a:xfrm>
            <a:off x="2307893" y="1377634"/>
            <a:ext cx="4211091" cy="45170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0D618A6-8A36-2E64-D5E4-1A00EFB3C2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45" r="18233"/>
          <a:stretch>
            <a:fillRect/>
          </a:stretch>
        </p:blipFill>
        <p:spPr>
          <a:xfrm>
            <a:off x="6064330" y="1296230"/>
            <a:ext cx="4732992" cy="4206596"/>
          </a:xfrm>
          <a:prstGeom prst="rect">
            <a:avLst/>
          </a:prstGeom>
        </p:spPr>
      </p:pic>
      <p:pic>
        <p:nvPicPr>
          <p:cNvPr id="2" name="Marcador de contenido 5">
            <a:extLst>
              <a:ext uri="{FF2B5EF4-FFF2-40B4-BE49-F238E27FC236}">
                <a16:creationId xmlns:a16="http://schemas.microsoft.com/office/drawing/2014/main" id="{CB31E3CF-FC96-A7E3-33ED-8BCAB3CB8A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59" r="21764"/>
          <a:stretch>
            <a:fillRect/>
          </a:stretch>
        </p:blipFill>
        <p:spPr>
          <a:xfrm>
            <a:off x="9519714" y="357247"/>
            <a:ext cx="5878708" cy="624520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213AF60-9356-9D28-F98E-FDD7A0C8C9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592" r="23123"/>
          <a:stretch>
            <a:fillRect/>
          </a:stretch>
        </p:blipFill>
        <p:spPr>
          <a:xfrm>
            <a:off x="14402653" y="1392045"/>
            <a:ext cx="4079502" cy="40790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567AD92-96EB-83B5-2742-F2C3DBF646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003" r="14078"/>
          <a:stretch>
            <a:fillRect/>
          </a:stretch>
        </p:blipFill>
        <p:spPr>
          <a:xfrm>
            <a:off x="18608444" y="1167030"/>
            <a:ext cx="4211091" cy="451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87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2</Words>
  <Application>Microsoft Office PowerPoint</Application>
  <PresentationFormat>Personalizado</PresentationFormat>
  <Paragraphs>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ARTURO CASTRO PACHECO</dc:creator>
  <cp:lastModifiedBy>MIGUEL ARTURO CASTRO PACHECO</cp:lastModifiedBy>
  <cp:revision>1</cp:revision>
  <dcterms:created xsi:type="dcterms:W3CDTF">2026-08-22T02:19:10Z</dcterms:created>
  <dcterms:modified xsi:type="dcterms:W3CDTF">2026-08-22T03:39:39Z</dcterms:modified>
</cp:coreProperties>
</file>